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1200000"/>
            <a:ext cx="104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</a:rPr>
              <a:t>Frontend Web Development Internship: Engineering Interactive User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0" y="2700000"/>
            <a:ext cx="9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latin typeface="Arial"/>
              </a:rPr>
              <a:t>A comprehensive review of projects completed during the Code Alpha Internship Program
Submitted By: Sonu Kumar
Academic Program: B.Tech Computer Science and Engineering (Batch 2025-2029)
Institution: School of Computer Science and Engineering, IILM University,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0000" y="450000"/>
            <a:ext cx="11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Arial"/>
              </a:rPr>
              <a:t>Introduction &amp; 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2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• Bridging Academia and Industry: Transitioned from theoretical concepts to practical, industry-standard software engineering with a focus on client-side architecture.
• Scope of Deliverables: Independently conceptualized, designed, and engineered two production-grade web applications using core web technologies without external frameworks.
• Key Projects Developed: A modern GenZ-themed digital calculator and a fully interactive, state-driven web music player.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0000" y="450000"/>
            <a:ext cx="11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Arial"/>
              </a:rPr>
              <a:t>Organization Profile - Code 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2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• Mission and Vision: Code Alpha is an educational and technology organization focused on bridging the gap between university engineering curricula and modern software industry requirements.
• Internship Methodology: Project-based, virtual internship model following agile-style deliverables expected in contemporary technology companies.
• Professional Development: Emphasized clean architecture, version control, functional coding practices, and understanding of the complete software development lifecycle.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0000" y="450000"/>
            <a:ext cx="11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Arial"/>
              </a:rPr>
              <a:t>Core 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2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• Technical Challenge: Engineer responsive and engaging state-heavy applications using vanilla web technologies while avoiding reliance on heavy libraries.
• Calculator Engineering Goals: Build robust arithmetic logic for sequential operations and floating-point mathematics within a modern Glassmorphism interface.
• Music Player Engineering Goals: Synchronize visual frontend elements such as progress bars with the asynchronous states of the native HTML5 Audio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0000" y="450000"/>
            <a:ext cx="11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Arial"/>
              </a:rPr>
              <a:t>Technologies &amp;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2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• Semantic &amp; Multimedia HTML5: Used for structured, accessible page development and native multimedia integration.
• Advanced CSS3 Rendering: Applied responsive CSS Grid, fluid variables, backdrop filters, and animations for modern interfaces.
• Vanilla JavaScript (ES6+): Used for event handling, DOM traversal, mathematical processing, and asynchronous media state management.
• Client-Side MVC Pattern: Separated presentation through HTML/CSS from behavioral logic through JavaScript for maintainability.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0000" y="450000"/>
            <a:ext cx="11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Arial"/>
              </a:rPr>
              <a:t>Project 1 - GenZ Digital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2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• Advanced UI/UX Implementation: Developed a Glassmorphism interface with frosted-glass effects, neon gradients, and tactile hover animations.
• Robust Algorithmic Logic: Created a custom JavaScript mathematical parsing approach for consecutive arithmetic operations without relying on eval().
• Comprehensive Accessibility: Added keyboard support by mapping keyboard inputs to calculator controls for convenient desktop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0000" y="450000"/>
            <a:ext cx="11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Arial"/>
              </a:rPr>
              <a:t>Project 2 - Interactive Web Music Player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2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• Dynamic Visual Synchronization: Created a dark-mode interface with dynamic metadata and rotating album artwork synchronized with audio playback.
• Asynchronous Audio Control: Integrated the HTML5 Audio API for play, pause, next, previous, and volume controls.
• Advanced Interactive Features: Implemented a custom progress bar for track seeking and automated playlist transitions between tracks.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0000" y="450000"/>
            <a:ext cx="11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Arial"/>
              </a:rPr>
              <a:t>Expected Outcomes &amp; Technical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2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• Production-Ready Deployment: Successfully delivered two polished web applications following professional UI/UX and responsive design principles.
• Mastery of Core Web Mechanics: Developed practical expertise in DOM manipulation, event-driven programming, and asynchronous state handling.
• Foundation for Advanced Engineering: Strengthened algorithmic problem-solving and architectural discipline for future work involving complex backend systems and AI/ML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